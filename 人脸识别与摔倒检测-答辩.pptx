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67" r:id="rId6"/>
    <p:sldId id="268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AI视觉安全守护的整体流程是：小车摄像头采集画面，通过AI算法进行分析，判断画面中的人员身份和状态，然后将结果实时返回给App。如果检测到异常，如人员摔倒，App会立即发出提醒。这个板块包含了人脸登记识别、人员检测、摔倒检测等多个功能点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在身份识别方面，我们实现了完整的人脸登记和识别流程。管理员可以在App上为每个孩子登记人脸信息，建立人脸档案。在监控时，系统能实时检测画面中的人脸，并与档案进行匹配，在App上显示出识别出的姓名，或者标记为未知人员，这为个性化服务和安全管理打下了基础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除了身份识别，我们更关注儿童的状态安全。通过YOLO算法检测到人员后，我们的系统会进一步分析其姿态，判断是否发生摔倒。App会实时展示当前的监控状态、人员数量以及摔倒检测结果。一旦检测到摔倒，系统会立即告警，帮助看护人员第一时间发现并处理意外情况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对AI视觉功能进行了全面测试。无论是对已登记人员的识别，还是对未知人员、无人场景的判断，系统都表现良好。在模拟摔倒测试中，系统能够准确识别并发出告警。测试结果表明，我们的AI视觉模块能够有效辅助人工看护，但我们也必须强调，AI只是辅助工具，不能完全替代人类的判断和关怀。</a:t>
            </a:r>
            <a:endParaRPr lang="en-US" sz="1400" b="0" i="0" u="none" strike="noStrike">
              <a:solidFill>
                <a:srgbClr val="000000"/>
              </a:solidFill>
              <a:latin typeface="Songti SC"/>
              <a:ea typeface="Songti SC"/>
              <a:cs typeface="Songti SC"/>
              <a:sym typeface="Songti SC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视觉安全守护概览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依托智能摄像头的实时画面采集能力，结合先进的AI视觉分析算法，打造从前端感知、中端智能研判到后端预警响应的全链路安全防护体系。系统可自动完成人员身份识别、行为状态判定与异常事件预警，并将监测结果实时回传至移动端App，形成“采集-分析-反馈-告警”的闭环，为儿童活动场景构建无死角的智能安全屏障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70000" y="27432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身份智能识别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精准身份核验体系：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支持人脸信息的批量登记与快速识别，可精准区分已授权的儿童、教职工与陌生人员。基于特征值匹配技术实现毫秒级身份核验，为场景内的人员准入管理、轨迹追溯与安全筛查提供可靠的身份依据。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889500" y="27432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实时态势感知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多维场景动态监测：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基于YOLO算法实现画面内人员数量的实时统计与定位，结合人体姿态估计算法捕捉人员摔倒、躺卧等异常体态。同时支持对人员聚集、长时间静止等风险行为的智能研判，实现对场景安全态势的全天候动态感知。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509000" y="27432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智能预警闭环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极速告警与结果回传：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当检测到陌生人员闯入、人员摔倒等异常情况时，系统立即触发分级预警，将告警信息与现场画面同步推送至管理人员App端。同时留存异常事件的视频片段与判定数据，形成“监测-告警-处置-留证”的完整安全闭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6032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6121400"/>
            <a:ext cx="1066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身份识别、态势感知与智能预警三大核心能力，共同构筑起主动式、智能化的AI视觉安全守护防线。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3200">
                <a:solidFill>
                  <a:srgbClr val="F97316"/>
                </a:solidFill>
                <a:latin typeface="微软雅黑"/>
              </a:rPr>
              <a:t>人脸识别 — OpenCV DNN 检测 + OpenFace 特征嵌入 + 欧氏距离匹配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sz="1600">
                <a:solidFill>
                  <a:srgbClr val="374151"/>
                </a:solidFill>
                <a:latin typeface="微软雅黑"/>
              </a:rPr>
              <a:t>Caffe SSD人脸检测 → OpenFace nn4.small2 128维嵌入向量 → 欧氏距离阈值匹配 → 实时身份识别与状态分类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49400" y="27305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800">
                <a:solidFill>
                  <a:srgbClr val="374151"/>
                </a:solidFill>
                <a:latin typeface="微软雅黑"/>
              </a:rPr>
              <a:t>01 技术架构与模型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sz="1400">
                <a:solidFill>
                  <a:srgbClr val="374151"/>
                </a:solidFill>
                <a:latin typeface="微软雅黑"/>
              </a:rPr>
              <a:t>SSD 人脸检测模型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Caffe框架 opencv_face_detector_uint8.pb
输入300×300, 置信度阈值≥0.7
输出人脸BoundingBox坐标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OpenFace 特征提取网络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Torch模型 nn4.small2.v1.t7
裁剪96×96人脸 → 128维L2归一化嵌入向量
轻量级网络，适合边缘设备推理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欧氏距离身份匹配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L2(feat, emb) = ||feat - emb||₂
距离 &lt; 0.8 → 识别成功，返回姓名
特征库: known_faces.json 持久化存储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168900" y="27305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800">
                <a:solidFill>
                  <a:srgbClr val="374151"/>
                </a:solidFill>
                <a:latin typeface="微软雅黑"/>
              </a:rPr>
              <a:t>02 识别业务流程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sz="1400">
                <a:solidFill>
                  <a:srgbClr val="374151"/>
                </a:solidFill>
                <a:latin typeface="微软雅黑"/>
              </a:rPr>
              <a:t>人脸注册阶段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① App输入姓名 → ② POST /register
③ 摄像头抓拍当前帧 → ④ SSD检测人脸
⑤ 裁剪96×96区域 → ⑥ OpenFace提取128维特征
⑦ 保存 {name, embedding} → known_faces.json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实时识别阶段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① 摄像头帧(480×360)送入AI线程
② SSD检测人脸 → ③ 裁剪人脸区域
④ OpenFace提取特征向量
⑤ 遍历known_faces计算L2距离
⑥ min_dist&lt;0.8 → 返回姓名; else → unknown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状态分类输出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recognized → 已识别用户(name)
unknown → 陌生人/未注册
no_face → 画面中未检测到人脸
face_disabled → 识别功能未启用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788400" y="2730500"/>
            <a:ext cx="2413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800">
                <a:solidFill>
                  <a:srgbClr val="374151"/>
                </a:solidFill>
                <a:latin typeface="微软雅黑"/>
              </a:rPr>
              <a:t>03 系统集成与API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sz="1400">
                <a:solidFill>
                  <a:srgbClr val="374151"/>
                </a:solidFill>
                <a:latin typeface="微软雅黑"/>
              </a:rPr>
              <a:t>鸿蒙端 (HarmonyOS ArkTS)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endParaRPr lang="en-US" sz="13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VideoComponents 实时MJPEG视频流预览
HTTP 请求与 Flask 后端通信
支持注册/识别/停止/刷新操作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RESTful API 接口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POST /start    → 开启人脸识别
POST /stop     → 停止识别
POST /register → 注册人脸 {name: "姓名"}
GET  /status   → 查询运行状态
GET  /result   → 获取最新识别结果JSON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部署运行环境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NVIDIA Jetson 边缘计算平台
Flask 统一服务(端口5000)
V4L2直连摄像头 + 独立AI处理线程
MJPEG推流 + REST API 同一端口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000" y="6032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6121400"/>
            <a:ext cx="1066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sz="1400">
                <a:solidFill>
                  <a:srgbClr val="C2410C"/>
                </a:solidFill>
                <a:latin typeface="微软雅黑"/>
              </a:rPr>
              <a:t>核心技术：OpenCV DNN(SSD) + OpenFace(nn4.small2) + 欧氏距离匹配 | 架构：鸿蒙App ↔ Flask REST API ↔ AI引擎 | 流程：采集→检测→特征→匹配→输出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9731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3200">
                <a:solidFill>
                  <a:srgbClr val="F97316"/>
                </a:solidFill>
                <a:latin typeface="微软雅黑"/>
              </a:rPr>
              <a:t>摔倒检测 — YOLOv8n-Pose 姿态关键点 + 多特征融合 + 状态机确认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sz="1600">
                <a:solidFill>
                  <a:srgbClr val="374151"/>
                </a:solidFill>
                <a:latin typeface="微软雅黑"/>
              </a:rPr>
              <a:t>YOLOv8n-pose.pt (COCO 17关键点) → 躯干角度/高宽比/垂直速度/髋部位移 四维特征 → 连续2帧确认 → 蜂鸣器+GPS邮件双通道告警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78200" cy="2730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6797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800">
                <a:solidFill>
                  <a:srgbClr val="374151"/>
                </a:solidFill>
                <a:latin typeface="微软雅黑"/>
              </a:rPr>
              <a:t>01 核心技术栈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28702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400">
                <a:solidFill>
                  <a:srgbClr val="374151"/>
                </a:solidFill>
                <a:latin typeface="微软雅黑"/>
              </a:rPr>
              <a:t>YOLOv8n-Pose 姿态估计模型</a:t>
            </a:r>
            <a:endParaRPr lang="en-US" sz="1100"/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yolov8n-pose.pt, COCO 17关键点格式
选取置信度最高的人体目标(conf≥0.4)
关键点: 5左肩 6右肩 11左髋 12右髋 15/16踝
预热推理确保Jetson GPU加速就绪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四维特征融合判定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① 躯干角度&gt;40° (肩髋连线偏离垂直方向)
② 高宽比&lt;1.3 (人体横向扩展, body_h/w)
③ 肩部垂直速度&gt;2px/帧 (快速下坠)
④ 髋部低于肩部 (倒地姿态确认)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降级策略 (无Pose模型时)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增强启发式算法: 宽高比&lt;0.9 / 框位置
在下半部分&gt;55% / 框宽&gt;画面30%
三条件加权评分&gt;0.25触发 → 连续2帧确认</a:t>
            </a:r>
          </a:p>
        </p:txBody>
      </p:sp>
      <p:sp>
        <p:nvSpPr>
          <p:cNvPr id="9" name="AutoShape 9"/>
          <p:cNvSpPr/>
          <p:nvPr/>
        </p:nvSpPr>
        <p:spPr>
          <a:xfrm>
            <a:off x="4394200" y="2413000"/>
            <a:ext cx="3378200" cy="2730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48200" y="26797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800">
                <a:solidFill>
                  <a:srgbClr val="374151"/>
                </a:solidFill>
                <a:latin typeface="微软雅黑"/>
              </a:rPr>
              <a:t>02 检测处理流程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48200" y="3302000"/>
            <a:ext cx="28702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400">
                <a:solidFill>
                  <a:srgbClr val="374151"/>
                </a:solidFill>
                <a:latin typeface="微软雅黑"/>
              </a:rPr>
              <a:t>AI主循环 (独立线程, 50ms/帧)</a:t>
            </a:r>
            <a:endParaRPr lang="en-US" sz="1100"/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① 摄像头帧(480×360) → ② YOLO Pose推理
③ 提取17点关键点坐标 (x,y,conf)
④ 按置信度和选取最佳人体目标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特征计算与评分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计算: 躯干角度 atan2(|dx|,|dy|) → 度数
高宽比 body_h/shoulder_w → 比值
垂直速度 shoulder_y(t) - shoulder_y(t-1)
满足 ≥1 项条件 → fall_history += 1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状态机逻辑 (去抖防误报)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history ≥ 2帧 → 确认摔倒→ cooldown=30帧
站立姿态 → history-=2 (快速恢复正常)
无人时 → history保持10帧后衰减
冷却期内不会重复触发告警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26400" y="2413000"/>
            <a:ext cx="3378200" cy="2730500"/>
          </a:xfrm>
          <a:prstGeom prst="roundRect">
            <a:avLst>
              <a:gd name="adj" fmla="val 0"/>
            </a:avLst>
          </a:prstGeom>
          <a:solidFill>
            <a:srgbClr val="F97316">
              <a:alpha val="8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80400" y="2679700"/>
            <a:ext cx="304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800">
                <a:solidFill>
                  <a:srgbClr val="374151"/>
                </a:solidFill>
                <a:latin typeface="微软雅黑"/>
              </a:rPr>
              <a:t>03 告警联动体系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3302000"/>
            <a:ext cx="28702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sz="1400">
                <a:solidFill>
                  <a:srgbClr val="374151"/>
                </a:solidFill>
                <a:latin typeface="微软雅黑"/>
              </a:rPr>
              <a:t>现场蜂鸣器告警 (TCP协议)</a:t>
            </a:r>
            <a:endParaRPr lang="en-US" sz="1100"/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摔倒确认 → 构建指令包(校验和+$/#包装)
→ TCP Socket 连接蜂鸣器IP:6000
→ 蜂鸣器响2.5秒 → 延时自动关闭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GPS + 邮件远程通知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App获取GPS坐标 → 高德逆地理编码
→ POST /emergency/notify → SMTP_SSL
→ HTML邮件: 时间+GPS+高德静态地图链接
→ 收件人可配置 /emergency/config</a:t>
            </a:r>
          </a:p>
          <a:p>
            <a:r>
              <a:rPr sz="1400">
                <a:solidFill>
                  <a:srgbClr val="374151"/>
                </a:solidFill>
                <a:latin typeface="微软雅黑"/>
              </a:rPr>
              <a:t>App端实时监控看板</a:t>
            </a:r>
          </a:p>
          <a:p>
            <a:r>
              <a:rPr sz="1300">
                <a:solidFill>
                  <a:srgbClr val="4B5563"/>
                </a:solidFill>
                <a:latin typeface="微软雅黑"/>
              </a:rPr>
              <a:t>1.5秒自动刷新 实时拉取检测结果
四维指标: 状态标签/人数/置信度/更新时间
摔倒时红色闪烁横幅 + 蜂鸣器倒计时
支持 email 紧急联系人配置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" y="546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89000" y="5613400"/>
            <a:ext cx="1041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sz="1500">
                <a:solidFill>
                  <a:srgbClr val="F97316"/>
                </a:solidFill>
                <a:latin typeface="微软雅黑"/>
              </a:rPr>
              <a:t>核心技术：YOLOv8n-Pose 姿态估计 + 多特征融合判定 + 状态机去抖 | 告警：蜂鸣器(TCP) + 邮件(GPS/SMTP) 双通道 | 流程：采集→检测→关键点→特征→状态机→告警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F9731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 视觉功能测试结果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本次针对AI视觉看护系统开展全场景功能验证，覆盖人员身份识别、异常行为监测及空场景判定等核心环节，通过真实场景模拟与数据实测，全面检验系统的识别精准度、告警及时性与运行稳定性，为智能看护应用提供坚实的功能验证支撑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743200"/>
            <a:ext cx="2921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01 人员识别场景验证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全场景身份判定：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对已登记人员可精准匹配并显示姓名，识别准确率达标；遇未知人员自动标注“未识别”，无错判情况；无人场景下即时判定并反馈“无人”状态，场景识别逻辑清晰且无漏判。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815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35500" y="2743200"/>
            <a:ext cx="2921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02 异常行为智能告警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行为状态精准捕捉：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正常站立状态下稳定显示“正常”；模拟摔倒等突发异常时，系统快速捕捉特征并触发“摔倒告警”，告警响应延迟低，同时支持异常画面实时标记，便于后续事件回溯与核查。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413000"/>
            <a:ext cx="3429000" cy="323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413000"/>
            <a:ext cx="3429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255000" y="2743200"/>
            <a:ext cx="2921000" cy="4064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03 系统效能与应用定位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946">
            <a:off x="8255014" y="3295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255000" y="3492500"/>
            <a:ext cx="2921000" cy="1968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辅助增效与边界认知：</a:t>
            </a:r>
            <a:r>
              <a:rPr lang="en-US" sz="13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系统全程运行稳定，有效提升异常发现的及时性，减轻人工看护压力。需明确其为辅助工具，无法替代人工的主观判断与人文关怀，建议采用“AI监测+人工复核”的协同模式。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6032500"/>
            <a:ext cx="10668000" cy="444500"/>
          </a:xfrm>
          <a:prstGeom prst="roundRect">
            <a:avLst>
              <a:gd name="adj" fmla="val 0"/>
            </a:avLst>
          </a:prstGeom>
          <a:solidFill>
            <a:srgbClr val="F9731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6121400"/>
            <a:ext cx="10668000" cy="317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结论：AI检测功能运行稳定且识别精准，可有效辅助看护人员发现异常，是智能看护体系的重要支撑，但需结合人工值守实现更完善的安全保障。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1995</Words>
  <Application>WPS 演示</Application>
  <PresentationFormat/>
  <Paragraphs>75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Songti SC</vt:lpstr>
      <vt:lpstr>Segoe Print</vt:lpstr>
      <vt:lpstr>Noto Sans SC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happy every day</cp:lastModifiedBy>
  <cp:revision>2</cp:revision>
  <dcterms:created xsi:type="dcterms:W3CDTF">2026-07-14T10:27:00Z</dcterms:created>
  <dcterms:modified xsi:type="dcterms:W3CDTF">2026-07-14T13:01:19Z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{"Label":"1","ContentProducer":"001191110102MACQD9K64010000","ProduceID":"7662326661941398473","ReservedCode1":"","ContentPropagator":"","PropagateID":"","ReservedCode2":""}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0D4CEB90E9E3453E86A91A3A226029D2_13</vt:lpwstr>
  </property>
</Properties>
</file>