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66" r:id="rId4"/>
    <p:sldId id="267" r:id="rId6"/>
    <p:sldId id="268" r:id="rId7"/>
    <p:sldId id="269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AI视觉安全守护的整体流程是：小车摄像头采集画面，通过AI算法进行分析，判断画面中的人员身份和状态，然后将结果实时返回给App。如果检测到异常，如人员摔倒，App会立即发出提醒。这个板块包含了人脸登记识别、人员检测、摔倒检测等多个功能点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在身份识别方面，我们实现了完整的人脸登记和识别流程。管理员可以在App上为每个孩子登记人脸信息，建立人脸档案。在监控时，系统能实时检测画面中的人脸，并与档案进行匹配，在App上显示出识别出的姓名，或者标记为未知人员，这为个性化服务和安全管理打下了基础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除了身份识别，我们更关注儿童的状态安全。通过YOLO算法检测到人员后，我们的系统会进一步分析其姿态，判断是否发生摔倒。App会实时展示当前的监控状态、人员数量以及摔倒检测结果。一旦检测到摔倒，系统会立即告警，帮助看护人员第一时间发现并处理意外情况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对AI视觉功能进行了全面测试。无论是对已登记人员的识别，还是对未知人员、无人场景的判断，系统都表现良好。在模拟摔倒测试中，系统能够准确识别并发出告警。测试结果表明，我们的AI视觉模块能够有效辅助人工看护，但我们也必须强调，AI只是辅助工具，不能完全替代人类的判断和关怀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1270000"/>
            <a:ext cx="3810000" cy="3810000"/>
          </a:xfrm>
          <a:prstGeom prst="ellipse">
            <a:avLst/>
          </a:prstGeom>
          <a:solidFill>
            <a:srgbClr val="F9731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5080000"/>
            <a:ext cx="3175000" cy="3175000"/>
          </a:xfrm>
          <a:prstGeom prst="ellipse">
            <a:avLst/>
          </a:prstGeom>
          <a:solidFill>
            <a:srgbClr val="F9731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AI 视觉安全守护概览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依托智能摄像头的实时画面采集能力，结合先进的AI视觉分析算法，打造从前端感知、中端智能研判到后端预警响应的全链路安全防护体系。系统可自动完成人员身份识别、行为状态判定与异常事件预警，并将监测结果实时回传至移动端App，形成“采集-分析-反馈-告警”的闭环，为儿童活动场景构建无死角的智能安全屏障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3429000" cy="323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413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270000" y="2743200"/>
            <a:ext cx="2413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身份智能识别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946">
            <a:off x="10160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492500"/>
            <a:ext cx="2921000" cy="196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精准身份核验体系：</a:t>
            </a:r>
            <a:r>
              <a:rPr lang="en-US" sz="13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支持人脸信息的批量登记与快速识别，可精准区分已授权的儿童、教职工与陌生人员。基于特征值匹配技术实现毫秒级身份核验，为场景内的人员准入管理、轨迹追溯与安全筛查提供可靠的身份依据。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2413000"/>
            <a:ext cx="3429000" cy="323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381500" y="2413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889500" y="2743200"/>
            <a:ext cx="2413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实时态势感知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355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3492500"/>
            <a:ext cx="2921000" cy="196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多维场景动态监测：</a:t>
            </a:r>
            <a:r>
              <a:rPr lang="en-US" sz="13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基于YOLO算法实现画面内人员数量的实时统计与定位，结合人体姿态估计算法捕捉人员摔倒、躺卧等异常体态。同时支持对人员聚集、长时间静止等风险行为的智能研判，实现对场景安全态势的全天候动态感知。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2413000"/>
            <a:ext cx="3429000" cy="323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01000" y="2413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509000" y="2743200"/>
            <a:ext cx="2413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 智能预警闭环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4946">
            <a:off x="82550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255000" y="3492500"/>
            <a:ext cx="2921000" cy="196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极速告警与结果回传：</a:t>
            </a:r>
            <a:r>
              <a:rPr lang="en-US" sz="13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当检测到陌生人员闯入、人员摔倒等异常情况时，系统立即触发分级预警，将告警信息与现场画面同步推送至管理人员App端。同时留存异常事件的视频片段与判定数据，形成“监测-告警-处置-留证”的完整安全闭环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6032500"/>
            <a:ext cx="10668000" cy="444500"/>
          </a:xfrm>
          <a:prstGeom prst="roundRect">
            <a:avLst>
              <a:gd name="adj" fmla="val 0"/>
            </a:avLst>
          </a:prstGeom>
          <a:solidFill>
            <a:srgbClr val="F9731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62000" y="6121400"/>
            <a:ext cx="10668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241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身份识别、态势感知与智能预警三大核心能力，共同构筑起主动式、智能化的AI视觉安全守护防线。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1270000"/>
            <a:ext cx="3810000" cy="3810000"/>
          </a:xfrm>
          <a:prstGeom prst="ellipse">
            <a:avLst/>
          </a:prstGeom>
          <a:solidFill>
            <a:srgbClr val="F9731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5080000"/>
            <a:ext cx="3175000" cy="3175000"/>
          </a:xfrm>
          <a:prstGeom prst="ellipse">
            <a:avLst/>
          </a:prstGeom>
          <a:solidFill>
            <a:srgbClr val="F9731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身份识别：区分已登记人员与未知人员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基于机器视觉与人脸特征提取技术，构建从人脸信息登记、特征提取到实时识别匹配的完整闭环，精准区分已登记人员、未知人员与无检测状态，为场景化服务与安全管理筑牢智能基石。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3429000" cy="323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413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549400" y="2730500"/>
            <a:ext cx="2413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人脸档案登记流程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946">
            <a:off x="10160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492500"/>
            <a:ext cx="2921000" cy="196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信息采集录入：</a:t>
            </a:r>
            <a:r>
              <a:rPr lang="en-US" sz="13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管理员通过App输入人员姓名，同步采集人脸图像，完成基础身份信息的初始建档操作。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特征提取存储：</a:t>
            </a:r>
            <a:r>
              <a:rPr lang="en-US" sz="13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系统自动提取人脸关键特征点并数字化编码，生成唯一特征档案，加密后存入数据库留存。</a:t>
            </a:r>
            <a:endParaRPr lang="en-US" sz="1300" b="0" i="0" u="none" strike="noStrike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381500" y="2413000"/>
            <a:ext cx="3429000" cy="323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381500" y="2413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5168900" y="2730500"/>
            <a:ext cx="2413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实时人脸智能识别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355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3492500"/>
            <a:ext cx="2921000" cy="196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实时画面检测：</a:t>
            </a:r>
            <a:r>
              <a:rPr lang="en-US" sz="13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摄像头持续采集场景画面，自动检测并定位画面中的人脸区域，精准锁定识别目标主体。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快速比对匹配：</a:t>
            </a:r>
            <a:r>
              <a:rPr lang="en-US" sz="13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将检测特征与档案库实时比对，毫秒级完成匹配计算，App端同步呈现识别结果与状态。</a:t>
            </a:r>
            <a:endParaRPr lang="en-US" sz="1300" b="0" i="0" u="none" strike="noStrike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001000" y="2413000"/>
            <a:ext cx="3429000" cy="323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01000" y="2413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788400" y="2730500"/>
            <a:ext cx="2413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 多状态判定与管控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4946">
            <a:off x="82550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255000" y="3492500"/>
            <a:ext cx="2921000" cy="196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多状态精准区分：</a:t>
            </a:r>
            <a:r>
              <a:rPr lang="en-US" sz="13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智能判定并反馈三类状态：已登记人员显示姓名、未知人员标记陌生、无检测则无提示。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灵活自主管控：</a:t>
            </a:r>
            <a:r>
              <a:rPr lang="en-US" sz="13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支持随时启动或停止识别功能，适配不同场景的监控需求，保障识别的自主性与安全性。</a:t>
            </a:r>
            <a:endParaRPr lang="en-US" sz="1300" b="0" i="0" u="none" strike="noStrike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62000" y="6032500"/>
            <a:ext cx="10668000" cy="444500"/>
          </a:xfrm>
          <a:prstGeom prst="roundRect">
            <a:avLst>
              <a:gd name="adj" fmla="val 0"/>
            </a:avLst>
          </a:prstGeom>
          <a:solidFill>
            <a:srgbClr val="F9731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62000" y="6121400"/>
            <a:ext cx="10668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241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人脸登记与识别技术，让智能系统具备精准的身份感知能力，为个性化服务推送与安全管理提供可靠的智能支撑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F9731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F9731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状态识别：发现人员摔倒异常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儿童状态安全是智能看护的核心，系统通过YOLO算法精准检测人员目标，结合姿态分析技术实时判断是否发生摔倒。从前端的视觉采集到后端的智能判定，再到移动端的实时展示与告警，构建起一套完整的安全防护体系，为儿童安全保驾护航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3378200" cy="27305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679700"/>
            <a:ext cx="304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智能检测全流程闭环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302000"/>
            <a:ext cx="2870200" cy="171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视觉采集与分析：</a:t>
            </a:r>
            <a:r>
              <a:rPr lang="en-US" sz="13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摄像头实时采集画面，通过YOLO模型快速定位人员并输出位置与置信度。</a:t>
            </a:r>
            <a:br>
              <a:rPr lang="en-US" sz="13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3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姿态判定逻辑：</a:t>
            </a:r>
            <a:r>
              <a:rPr lang="en-US" sz="13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基于人体关键点与轮廓特征分析姿态，智能区分站立、倒地等状态，形成检测结果后推送至终端。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94200" y="2413000"/>
            <a:ext cx="3378200" cy="27305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648200" y="2679700"/>
            <a:ext cx="304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App 多维度信息看板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48200" y="3302000"/>
            <a:ext cx="2870200" cy="171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核心数据可视化：</a:t>
            </a:r>
            <a:r>
              <a:rPr lang="en-US" sz="13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实时呈现监控设备在线状态、当前看护区域的人员数量统计，清晰直观。</a:t>
            </a:r>
            <a:br>
              <a:rPr lang="en-US" sz="13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3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检测结果透明化：</a:t>
            </a:r>
            <a:r>
              <a:rPr lang="en-US" sz="13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同步展示摔倒检测的置信度数值，以及“正常”“无人”“摔倒异常”等状态标签，让看护情况一目了然。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26400" y="2413000"/>
            <a:ext cx="3378200" cy="27305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280400" y="2679700"/>
            <a:ext cx="304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 异常实时告警与提醒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280400" y="3302000"/>
            <a:ext cx="2870200" cy="171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醒目式异常提示：</a:t>
            </a:r>
            <a:r>
              <a:rPr lang="en-US" sz="13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检测到摔倒时，App界面立即以醒目色彩突出异常状态，视觉上形成强提醒。</a:t>
            </a:r>
            <a:br>
              <a:rPr lang="en-US" sz="13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3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快速响应机制：</a:t>
            </a:r>
            <a:r>
              <a:rPr lang="en-US" sz="13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同步触发声音或震动提醒，确保看护人员能第一时间发现并赶赴现场处理，减少意外带来的风险。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461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9731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89000" y="5613400"/>
            <a:ext cx="10414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“ 精准的姿态识别是安全防护的前提，清晰的信息展示是高效看护的关键，及时的异常告警是风险处置的保障，三者融合实现了儿童安全看护的智能化升级。”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1270000"/>
            <a:ext cx="3810000" cy="3810000"/>
          </a:xfrm>
          <a:prstGeom prst="ellipse">
            <a:avLst/>
          </a:prstGeom>
          <a:solidFill>
            <a:srgbClr val="F9731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5080000"/>
            <a:ext cx="3175000" cy="3175000"/>
          </a:xfrm>
          <a:prstGeom prst="ellipse">
            <a:avLst/>
          </a:prstGeom>
          <a:solidFill>
            <a:srgbClr val="F9731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AI 视觉功能测试结果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本次针对AI视觉看护系统开展全场景功能验证，覆盖人员身份识别、异常行为监测及空场景判定等核心环节，通过真实场景模拟与数据实测，全面检验系统的识别精准度、告警及时性与运行稳定性，为智能看护应用提供坚实的功能验证支撑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3429000" cy="323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413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2743200"/>
            <a:ext cx="2921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人员识别场景验证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946">
            <a:off x="10160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492500"/>
            <a:ext cx="2921000" cy="196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全场景身份判定：</a:t>
            </a:r>
            <a:r>
              <a:rPr lang="en-US" sz="13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对已登记人员可精准匹配并显示姓名，识别准确率达标；遇未知人员自动标注“未识别”，无错判情况；无人场景下即时判定并反馈“无人”状态，场景识别逻辑清晰且无漏判。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2413000"/>
            <a:ext cx="3429000" cy="323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381500" y="2413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635500" y="2743200"/>
            <a:ext cx="2921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异常行为智能告警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355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3492500"/>
            <a:ext cx="2921000" cy="196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行为状态精准捕捉：</a:t>
            </a:r>
            <a:r>
              <a:rPr lang="en-US" sz="13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正常站立状态下稳定显示“正常”；模拟摔倒等突发异常时，系统快速捕捉特征并触发“摔倒告警”，告警响应延迟低，同时支持异常画面实时标记，便于后续事件回溯与核查。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2413000"/>
            <a:ext cx="3429000" cy="323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01000" y="2413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255000" y="2743200"/>
            <a:ext cx="2921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 系统效能与应用定位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4946">
            <a:off x="82550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255000" y="3492500"/>
            <a:ext cx="2921000" cy="196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辅助增效与边界认知：</a:t>
            </a:r>
            <a:r>
              <a:rPr lang="en-US" sz="13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系统全程运行稳定，有效提升异常发现的及时性，减轻人工看护压力。需明确其为辅助工具，无法替代人工的主观判断与人文关怀，建议采用“AI监测+人工复核”的协同模式。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6032500"/>
            <a:ext cx="10668000" cy="444500"/>
          </a:xfrm>
          <a:prstGeom prst="roundRect">
            <a:avLst>
              <a:gd name="adj" fmla="val 0"/>
            </a:avLst>
          </a:prstGeom>
          <a:solidFill>
            <a:srgbClr val="F9731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62000" y="6121400"/>
            <a:ext cx="10668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241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结论：AI检测功能运行稳定且识别精准，可有效辅助看护人员发现异常，是智能看护体系的重要支撑，但需结合人工值守实现更完善的安全保障。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1995</Words>
  <Application>WPS 演示</Application>
  <PresentationFormat/>
  <Paragraphs>75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宋体</vt:lpstr>
      <vt:lpstr>Wingdings</vt:lpstr>
      <vt:lpstr>Arial</vt:lpstr>
      <vt:lpstr>微软雅黑</vt:lpstr>
      <vt:lpstr>Songti SC</vt:lpstr>
      <vt:lpstr>Segoe Print</vt:lpstr>
      <vt:lpstr>Noto Sans SC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happy every day</cp:lastModifiedBy>
  <cp:revision>2</cp:revision>
  <dcterms:created xsi:type="dcterms:W3CDTF">2026-07-14T10:27:00Z</dcterms:created>
  <dcterms:modified xsi:type="dcterms:W3CDTF">2026-07-14T13:01:19Z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{"Label":"1","ContentProducer":"001191110102MACQD9K64010000","ProduceID":"7662326661941398473","ReservedCode1":"","ContentPropagator":"","PropagateID":"","ReservedCode2":""}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0D4CEB90E9E3453E86A91A3A226029D2_13</vt:lpwstr>
  </property>
</Properties>
</file>